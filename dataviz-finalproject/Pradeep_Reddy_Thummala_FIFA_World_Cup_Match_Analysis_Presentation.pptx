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186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610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023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3352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2693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569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319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324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2304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6463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0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8693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187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lotly.com/python/" TargetMode="External"/><Relationship Id="rId2" Type="http://schemas.openxmlformats.org/officeDocument/2006/relationships/hyperlink" Target="https://www.kaggle.com/dataset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umpy.org/doc/" TargetMode="External"/><Relationship Id="rId5" Type="http://schemas.openxmlformats.org/officeDocument/2006/relationships/hyperlink" Target="https://pandas.pydata.org/docs/" TargetMode="External"/><Relationship Id="rId4" Type="http://schemas.openxmlformats.org/officeDocument/2006/relationships/hyperlink" Target="https://docs.streamlit.io/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FIFA World Cup Match Analysis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40000" lnSpcReduction="20000"/>
          </a:bodyPr>
          <a:lstStyle/>
          <a:p>
            <a:r>
              <a:t>Pradeep Reddy Thummala</a:t>
            </a:r>
          </a:p>
          <a:p>
            <a:r>
              <a:t>Master's in Data Science</a:t>
            </a:r>
          </a:p>
          <a:p>
            <a:r>
              <a:t>University of Europe for Applied Sciences</a:t>
            </a:r>
          </a:p>
          <a:p>
            <a:r>
              <a:t>Data Visualization Project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D7CB20-3AD7-0AFD-3E19-1A7FA9082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90" y="1280160"/>
            <a:ext cx="2092352" cy="24376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B2A709-33B5-4572-5876-441CD442E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9570" y="3717803"/>
            <a:ext cx="3990109" cy="22444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Analyze FIFA World Cup men's matches (1970–2022)</a:t>
            </a:r>
          </a:p>
          <a:p>
            <a:pPr>
              <a:defRPr sz="2200"/>
            </a:pPr>
            <a:r>
              <a:t>• Build an interactive Streamlit dashboard</a:t>
            </a:r>
          </a:p>
          <a:p>
            <a:pPr>
              <a:defRPr sz="2200"/>
            </a:pPr>
            <a:r>
              <a:t>• Perform exploratory data analysis (EDA)</a:t>
            </a:r>
          </a:p>
          <a:p>
            <a:pPr>
              <a:defRPr sz="2200"/>
            </a:pPr>
            <a:r>
              <a:t>• Visualize key match statistics using Plotly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776B75-F2F9-AC2E-9E35-9EC6BBA71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0594" y="3973484"/>
            <a:ext cx="2265217" cy="20199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Dataset: FIFA World Cup Men's Match Dataset (1970–2022)</a:t>
            </a:r>
          </a:p>
          <a:p>
            <a:pPr>
              <a:defRPr sz="2200"/>
            </a:pPr>
            <a:r>
              <a:t>• Cleaned missing values and inspected data quality</a:t>
            </a:r>
          </a:p>
          <a:p>
            <a:pPr>
              <a:defRPr sz="2200"/>
            </a:pPr>
            <a:r>
              <a:t>• Created 'Total Goals' feature</a:t>
            </a:r>
          </a:p>
          <a:p>
            <a:pPr>
              <a:defRPr sz="2200"/>
            </a:pPr>
            <a:r>
              <a:t>• Applied interactive team filter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CB6409-4424-8E0C-44B2-48885D6B5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343" y="3519686"/>
            <a:ext cx="3366653" cy="24072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1–3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1. Top Teams by Win Percentage</a:t>
            </a:r>
          </a:p>
          <a:p>
            <a:pPr>
              <a:defRPr sz="2200"/>
            </a:pPr>
            <a:r>
              <a:t>2. Average Goals by Tournament</a:t>
            </a:r>
          </a:p>
          <a:p>
            <a:pPr>
              <a:defRPr sz="2200"/>
            </a:pPr>
            <a:r>
              <a:t>3. Possession vs Goals Scored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4–6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4. Goals Distribution by Stage</a:t>
            </a:r>
          </a:p>
          <a:p>
            <a:pPr>
              <a:defRPr sz="2200"/>
            </a:pPr>
            <a:r>
              <a:t>5. Top Teams by Average Shots on Target</a:t>
            </a:r>
          </a:p>
          <a:p>
            <a:pPr>
              <a:defRPr sz="2200"/>
            </a:pPr>
            <a:r>
              <a:t>6. Top Teams by Average Yellow Cards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7–10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7. Highest Scoring Stadiums</a:t>
            </a:r>
          </a:p>
          <a:p>
            <a:pPr>
              <a:defRPr sz="2200"/>
            </a:pPr>
            <a:r>
              <a:t>8. Corners vs Goals</a:t>
            </a:r>
          </a:p>
          <a:p>
            <a:pPr>
              <a:defRPr sz="2200"/>
            </a:pPr>
            <a:r>
              <a:t>9. Average Possession by Team</a:t>
            </a:r>
          </a:p>
          <a:p>
            <a:pPr>
              <a:defRPr sz="2200"/>
            </a:pPr>
            <a:r>
              <a:t>10. Correlation Heatmap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Interactive team filter</a:t>
            </a:r>
          </a:p>
          <a:p>
            <a:pPr>
              <a:defRPr sz="2200"/>
            </a:pPr>
            <a:r>
              <a:t>• KPI cards</a:t>
            </a:r>
          </a:p>
          <a:p>
            <a:pPr>
              <a:defRPr sz="2200"/>
            </a:pPr>
            <a:r>
              <a:t>• 10 interactive Plotly visualizations</a:t>
            </a:r>
          </a:p>
          <a:p>
            <a:pPr>
              <a:defRPr sz="2200"/>
            </a:pPr>
            <a:r>
              <a:t>• Easy exploration of World Cup match statistics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Identified strong-performing teams</a:t>
            </a:r>
          </a:p>
          <a:p>
            <a:pPr>
              <a:defRPr sz="2200"/>
            </a:pPr>
            <a:r>
              <a:t>• Compared scoring trends across tournaments</a:t>
            </a:r>
          </a:p>
          <a:p>
            <a:pPr>
              <a:defRPr sz="2200"/>
            </a:pPr>
            <a:r>
              <a:t>• Explored relationships between possession, shots, corners and goals</a:t>
            </a:r>
          </a:p>
          <a:p>
            <a:pPr>
              <a:defRPr sz="2200"/>
            </a:pPr>
            <a:r>
              <a:t>• Built an interactive dashboard for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CBF13A-DA7A-1D3F-CCCB-5A66E6B29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1" y="4504577"/>
            <a:ext cx="3150524" cy="15489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FF4636-F702-A6FA-2EB3-F2C719DD7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V="1">
            <a:off x="5793969" y="147017"/>
            <a:ext cx="2967645" cy="16069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EE777-8188-1EE5-826C-FF02690D1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645" y="1070527"/>
            <a:ext cx="6571343" cy="1049235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AF5715D-E496-E07D-2A7F-58CE836AD9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1520" y="1931618"/>
            <a:ext cx="7498080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https://www.kaggle.com/datasets</a:t>
            </a:r>
            <a:r>
              <a:rPr lang="en-US" altLang="en-US" sz="1800" dirty="0">
                <a:latin typeface="Arial" panose="020B0604020202020204" pitchFamily="34" charset="0"/>
              </a:rPr>
              <a:t>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1.Plotly Technologies Inc. 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Plotly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 Graphing Library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https://plotly.com/python/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2.Streamlit Inc. 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Documentation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https://docs.streamlit.io/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3.Pandas Development Team.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 Documentation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5"/>
              </a:rPr>
              <a:t>https://pandas.pydata.org/docs/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4.NumPy Developers.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NumPy Documentation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6"/>
              </a:rPr>
              <a:t>https://numpy.org/doc/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5.McKinney, W. (2022).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for Data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(3rd ed.). O'Reilly Media.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6.Hunter, J. D. (2007). "Matplotlib: A 2D Graphics Environment."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Computing in Science &amp; Engineering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9(3), 90–95.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8126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88</TotalTime>
  <Words>346</Words>
  <Application>Microsoft Office PowerPoint</Application>
  <PresentationFormat>On-screen Show (4:3)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Gallery</vt:lpstr>
      <vt:lpstr>FIFA World Cup Match Analysis Dashboard</vt:lpstr>
      <vt:lpstr>Project Overview</vt:lpstr>
      <vt:lpstr>Dataset &amp; EDA</vt:lpstr>
      <vt:lpstr>Questions 1–3</vt:lpstr>
      <vt:lpstr>Questions 4–6</vt:lpstr>
      <vt:lpstr>Questions 7–10</vt:lpstr>
      <vt:lpstr>Streamlit Dashboard</vt:lpstr>
      <vt:lpstr>Conclusion</vt:lpstr>
      <vt:lpstr>References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pradeep reddy</dc:creator>
  <cp:keywords/>
  <dc:description>generated using python-pptx</dc:description>
  <cp:lastModifiedBy>Pradeep Reddy Thummala</cp:lastModifiedBy>
  <cp:revision>3</cp:revision>
  <dcterms:created xsi:type="dcterms:W3CDTF">2013-01-27T09:14:16Z</dcterms:created>
  <dcterms:modified xsi:type="dcterms:W3CDTF">2026-07-22T11:04:05Z</dcterms:modified>
  <cp:category/>
</cp:coreProperties>
</file>